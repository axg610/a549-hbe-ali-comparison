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0D983B-1531-41C0-B864-0DB95A37C915}" v="3" dt="2026-04-02T17:44:56.263"/>
    <p1510:client id="{DEBDEAD8-976F-4D47-9DF5-77EE56BCC92A}" v="7" dt="2026-04-01T23:05:40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510" y="3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Gao" userId="b1b0fac0-979e-4e0f-a4e0-417ee3c6b56d" providerId="ADAL" clId="{9AB7135C-F073-4D60-9018-79F8F8B2E6B2}"/>
    <pc:docChg chg="undo custSel addSld delSld modSld modMainMaster">
      <pc:chgData name="Alex Gao" userId="b1b0fac0-979e-4e0f-a4e0-417ee3c6b56d" providerId="ADAL" clId="{9AB7135C-F073-4D60-9018-79F8F8B2E6B2}" dt="2026-04-01T23:05:40.607" v="126"/>
      <pc:docMkLst>
        <pc:docMk/>
      </pc:docMkLst>
      <pc:sldChg chg="addSp delSp modSp new mod">
        <pc:chgData name="Alex Gao" userId="b1b0fac0-979e-4e0f-a4e0-417ee3c6b56d" providerId="ADAL" clId="{9AB7135C-F073-4D60-9018-79F8F8B2E6B2}" dt="2026-04-01T23:05:37.590" v="124" actId="1076"/>
        <pc:sldMkLst>
          <pc:docMk/>
          <pc:sldMk cId="2845633901" sldId="256"/>
        </pc:sldMkLst>
        <pc:spChg chg="del">
          <ac:chgData name="Alex Gao" userId="b1b0fac0-979e-4e0f-a4e0-417ee3c6b56d" providerId="ADAL" clId="{9AB7135C-F073-4D60-9018-79F8F8B2E6B2}" dt="2026-04-01T22:58:35.031" v="1" actId="478"/>
          <ac:spMkLst>
            <pc:docMk/>
            <pc:sldMk cId="2845633901" sldId="256"/>
            <ac:spMk id="2" creationId="{4779A8B2-087D-1B8B-E1E1-565261BEBB14}"/>
          </ac:spMkLst>
        </pc:spChg>
        <pc:spChg chg="del">
          <ac:chgData name="Alex Gao" userId="b1b0fac0-979e-4e0f-a4e0-417ee3c6b56d" providerId="ADAL" clId="{9AB7135C-F073-4D60-9018-79F8F8B2E6B2}" dt="2026-04-01T22:58:35.031" v="1" actId="478"/>
          <ac:spMkLst>
            <pc:docMk/>
            <pc:sldMk cId="2845633901" sldId="256"/>
            <ac:spMk id="3" creationId="{4113E234-CBC6-8EC2-74A1-1EB44BD3D6F9}"/>
          </ac:spMkLst>
        </pc:spChg>
        <pc:spChg chg="add mod">
          <ac:chgData name="Alex Gao" userId="b1b0fac0-979e-4e0f-a4e0-417ee3c6b56d" providerId="ADAL" clId="{9AB7135C-F073-4D60-9018-79F8F8B2E6B2}" dt="2026-04-01T23:05:23.562" v="96" actId="207"/>
          <ac:spMkLst>
            <pc:docMk/>
            <pc:sldMk cId="2845633901" sldId="256"/>
            <ac:spMk id="10" creationId="{B079AA3C-6ED4-BE86-C960-B14E456F424F}"/>
          </ac:spMkLst>
        </pc:spChg>
        <pc:spChg chg="add mod">
          <ac:chgData name="Alex Gao" userId="b1b0fac0-979e-4e0f-a4e0-417ee3c6b56d" providerId="ADAL" clId="{9AB7135C-F073-4D60-9018-79F8F8B2E6B2}" dt="2026-04-01T23:05:37.590" v="124" actId="1076"/>
          <ac:spMkLst>
            <pc:docMk/>
            <pc:sldMk cId="2845633901" sldId="256"/>
            <ac:spMk id="11" creationId="{A1E36163-0975-B777-9364-AD4D14D9926A}"/>
          </ac:spMkLst>
        </pc:spChg>
        <pc:picChg chg="add del mod">
          <ac:chgData name="Alex Gao" userId="b1b0fac0-979e-4e0f-a4e0-417ee3c6b56d" providerId="ADAL" clId="{9AB7135C-F073-4D60-9018-79F8F8B2E6B2}" dt="2026-04-01T23:01:57.024" v="9" actId="478"/>
          <ac:picMkLst>
            <pc:docMk/>
            <pc:sldMk cId="2845633901" sldId="256"/>
            <ac:picMk id="5" creationId="{C536DF05-9BD1-8FC4-4A15-9D7CBBF6405E}"/>
          </ac:picMkLst>
        </pc:picChg>
        <pc:picChg chg="add mod">
          <ac:chgData name="Alex Gao" userId="b1b0fac0-979e-4e0f-a4e0-417ee3c6b56d" providerId="ADAL" clId="{9AB7135C-F073-4D60-9018-79F8F8B2E6B2}" dt="2026-04-01T23:03:51.879" v="28" actId="1076"/>
          <ac:picMkLst>
            <pc:docMk/>
            <pc:sldMk cId="2845633901" sldId="256"/>
            <ac:picMk id="7" creationId="{C0BEBFA9-6572-28CB-0E96-13AD00F1BDC8}"/>
          </ac:picMkLst>
        </pc:picChg>
        <pc:picChg chg="add mod">
          <ac:chgData name="Alex Gao" userId="b1b0fac0-979e-4e0f-a4e0-417ee3c6b56d" providerId="ADAL" clId="{9AB7135C-F073-4D60-9018-79F8F8B2E6B2}" dt="2026-04-01T23:03:51.879" v="28" actId="1076"/>
          <ac:picMkLst>
            <pc:docMk/>
            <pc:sldMk cId="2845633901" sldId="256"/>
            <ac:picMk id="9" creationId="{2A43AF8A-5B41-5D2C-8FD9-81527EE63D79}"/>
          </ac:picMkLst>
        </pc:picChg>
      </pc:sldChg>
      <pc:sldChg chg="new del">
        <pc:chgData name="Alex Gao" userId="b1b0fac0-979e-4e0f-a4e0-417ee3c6b56d" providerId="ADAL" clId="{9AB7135C-F073-4D60-9018-79F8F8B2E6B2}" dt="2026-04-01T23:05:02.866" v="60" actId="47"/>
        <pc:sldMkLst>
          <pc:docMk/>
          <pc:sldMk cId="3034441326" sldId="257"/>
        </pc:sldMkLst>
      </pc:sldChg>
      <pc:sldChg chg="addSp delSp modSp add mod">
        <pc:chgData name="Alex Gao" userId="b1b0fac0-979e-4e0f-a4e0-417ee3c6b56d" providerId="ADAL" clId="{9AB7135C-F073-4D60-9018-79F8F8B2E6B2}" dt="2026-04-01T23:05:40.138" v="125"/>
        <pc:sldMkLst>
          <pc:docMk/>
          <pc:sldMk cId="1186093356" sldId="258"/>
        </pc:sldMkLst>
        <pc:spChg chg="add mod">
          <ac:chgData name="Alex Gao" userId="b1b0fac0-979e-4e0f-a4e0-417ee3c6b56d" providerId="ADAL" clId="{9AB7135C-F073-4D60-9018-79F8F8B2E6B2}" dt="2026-04-01T23:05:40.138" v="125"/>
          <ac:spMkLst>
            <pc:docMk/>
            <pc:sldMk cId="1186093356" sldId="258"/>
            <ac:spMk id="6" creationId="{4D2BD246-8B1F-B677-850B-18A3F62DB65F}"/>
          </ac:spMkLst>
        </pc:spChg>
        <pc:spChg chg="add mod">
          <ac:chgData name="Alex Gao" userId="b1b0fac0-979e-4e0f-a4e0-417ee3c6b56d" providerId="ADAL" clId="{9AB7135C-F073-4D60-9018-79F8F8B2E6B2}" dt="2026-04-01T23:05:40.138" v="125"/>
          <ac:spMkLst>
            <pc:docMk/>
            <pc:sldMk cId="1186093356" sldId="258"/>
            <ac:spMk id="8" creationId="{78CDAC45-173D-36A4-F303-37A5532A8716}"/>
          </ac:spMkLst>
        </pc:spChg>
        <pc:picChg chg="add mod ord">
          <ac:chgData name="Alex Gao" userId="b1b0fac0-979e-4e0f-a4e0-417ee3c6b56d" providerId="ADAL" clId="{9AB7135C-F073-4D60-9018-79F8F8B2E6B2}" dt="2026-04-01T23:04:57.821" v="55" actId="167"/>
          <ac:picMkLst>
            <pc:docMk/>
            <pc:sldMk cId="1186093356" sldId="258"/>
            <ac:picMk id="3" creationId="{D996A562-E2AC-0AFD-20BA-C62695295445}"/>
          </ac:picMkLst>
        </pc:picChg>
        <pc:picChg chg="add del mod ord">
          <ac:chgData name="Alex Gao" userId="b1b0fac0-979e-4e0f-a4e0-417ee3c6b56d" providerId="ADAL" clId="{9AB7135C-F073-4D60-9018-79F8F8B2E6B2}" dt="2026-04-01T23:05:00.993" v="59" actId="478"/>
          <ac:picMkLst>
            <pc:docMk/>
            <pc:sldMk cId="1186093356" sldId="258"/>
            <ac:picMk id="5" creationId="{A485F024-0DBE-AE8D-03C7-EE2950515906}"/>
          </ac:picMkLst>
        </pc:picChg>
        <pc:picChg chg="del">
          <ac:chgData name="Alex Gao" userId="b1b0fac0-979e-4e0f-a4e0-417ee3c6b56d" providerId="ADAL" clId="{9AB7135C-F073-4D60-9018-79F8F8B2E6B2}" dt="2026-04-01T23:04:58.860" v="56" actId="478"/>
          <ac:picMkLst>
            <pc:docMk/>
            <pc:sldMk cId="1186093356" sldId="258"/>
            <ac:picMk id="7" creationId="{5EE827D1-FA0B-C7B5-9C67-C725C87CBA76}"/>
          </ac:picMkLst>
        </pc:picChg>
        <pc:picChg chg="del">
          <ac:chgData name="Alex Gao" userId="b1b0fac0-979e-4e0f-a4e0-417ee3c6b56d" providerId="ADAL" clId="{9AB7135C-F073-4D60-9018-79F8F8B2E6B2}" dt="2026-04-01T23:04:59.407" v="57" actId="478"/>
          <ac:picMkLst>
            <pc:docMk/>
            <pc:sldMk cId="1186093356" sldId="258"/>
            <ac:picMk id="9" creationId="{EF3C416B-F155-8943-2686-E6925BA2761E}"/>
          </ac:picMkLst>
        </pc:picChg>
      </pc:sldChg>
      <pc:sldChg chg="addSp delSp modSp add mod">
        <pc:chgData name="Alex Gao" userId="b1b0fac0-979e-4e0f-a4e0-417ee3c6b56d" providerId="ADAL" clId="{9AB7135C-F073-4D60-9018-79F8F8B2E6B2}" dt="2026-04-01T23:05:40.607" v="126"/>
        <pc:sldMkLst>
          <pc:docMk/>
          <pc:sldMk cId="473186189" sldId="259"/>
        </pc:sldMkLst>
        <pc:spChg chg="add mod">
          <ac:chgData name="Alex Gao" userId="b1b0fac0-979e-4e0f-a4e0-417ee3c6b56d" providerId="ADAL" clId="{9AB7135C-F073-4D60-9018-79F8F8B2E6B2}" dt="2026-04-01T23:05:40.607" v="126"/>
          <ac:spMkLst>
            <pc:docMk/>
            <pc:sldMk cId="473186189" sldId="259"/>
            <ac:spMk id="10" creationId="{DEAC063E-2D43-46C3-133E-D52B4D899B19}"/>
          </ac:spMkLst>
        </pc:spChg>
        <pc:spChg chg="add mod">
          <ac:chgData name="Alex Gao" userId="b1b0fac0-979e-4e0f-a4e0-417ee3c6b56d" providerId="ADAL" clId="{9AB7135C-F073-4D60-9018-79F8F8B2E6B2}" dt="2026-04-01T23:05:40.607" v="126"/>
          <ac:spMkLst>
            <pc:docMk/>
            <pc:sldMk cId="473186189" sldId="259"/>
            <ac:spMk id="11" creationId="{EB6FBA55-0DCA-7FBF-D4E1-3BC302E7E5AE}"/>
          </ac:spMkLst>
        </pc:spChg>
        <pc:picChg chg="del">
          <ac:chgData name="Alex Gao" userId="b1b0fac0-979e-4e0f-a4e0-417ee3c6b56d" providerId="ADAL" clId="{9AB7135C-F073-4D60-9018-79F8F8B2E6B2}" dt="2026-04-01T23:04:50.758" v="51" actId="478"/>
          <ac:picMkLst>
            <pc:docMk/>
            <pc:sldMk cId="473186189" sldId="259"/>
            <ac:picMk id="3" creationId="{C429CC91-1EE0-BA7F-57DE-C20CCF53DEC6}"/>
          </ac:picMkLst>
        </pc:picChg>
        <pc:picChg chg="add mod ord">
          <ac:chgData name="Alex Gao" userId="b1b0fac0-979e-4e0f-a4e0-417ee3c6b56d" providerId="ADAL" clId="{9AB7135C-F073-4D60-9018-79F8F8B2E6B2}" dt="2026-04-01T23:04:49.373" v="50" actId="167"/>
          <ac:picMkLst>
            <pc:docMk/>
            <pc:sldMk cId="473186189" sldId="259"/>
            <ac:picMk id="4" creationId="{F0A9D3FA-6007-D15C-53E0-0424DC63AB7D}"/>
          </ac:picMkLst>
        </pc:picChg>
        <pc:picChg chg="del">
          <ac:chgData name="Alex Gao" userId="b1b0fac0-979e-4e0f-a4e0-417ee3c6b56d" providerId="ADAL" clId="{9AB7135C-F073-4D60-9018-79F8F8B2E6B2}" dt="2026-04-01T23:04:51.073" v="52" actId="478"/>
          <ac:picMkLst>
            <pc:docMk/>
            <pc:sldMk cId="473186189" sldId="259"/>
            <ac:picMk id="5" creationId="{A366B29E-242D-24EF-62F4-01F27ED2D6A1}"/>
          </ac:picMkLst>
        </pc:picChg>
        <pc:picChg chg="del">
          <ac:chgData name="Alex Gao" userId="b1b0fac0-979e-4e0f-a4e0-417ee3c6b56d" providerId="ADAL" clId="{9AB7135C-F073-4D60-9018-79F8F8B2E6B2}" dt="2026-04-01T23:04:51.842" v="54" actId="478"/>
          <ac:picMkLst>
            <pc:docMk/>
            <pc:sldMk cId="473186189" sldId="259"/>
            <ac:picMk id="7" creationId="{72796511-47C4-DDB2-0A39-C39CC0491D8C}"/>
          </ac:picMkLst>
        </pc:picChg>
        <pc:picChg chg="add mod ord">
          <ac:chgData name="Alex Gao" userId="b1b0fac0-979e-4e0f-a4e0-417ee3c6b56d" providerId="ADAL" clId="{9AB7135C-F073-4D60-9018-79F8F8B2E6B2}" dt="2026-04-01T23:04:49.373" v="50" actId="167"/>
          <ac:picMkLst>
            <pc:docMk/>
            <pc:sldMk cId="473186189" sldId="259"/>
            <ac:picMk id="8" creationId="{DB6B34B3-D378-4EE4-B5DB-6FDCF765D3F0}"/>
          </ac:picMkLst>
        </pc:picChg>
        <pc:picChg chg="del">
          <ac:chgData name="Alex Gao" userId="b1b0fac0-979e-4e0f-a4e0-417ee3c6b56d" providerId="ADAL" clId="{9AB7135C-F073-4D60-9018-79F8F8B2E6B2}" dt="2026-04-01T23:04:51.504" v="53" actId="478"/>
          <ac:picMkLst>
            <pc:docMk/>
            <pc:sldMk cId="473186189" sldId="259"/>
            <ac:picMk id="9" creationId="{15DEBE47-E406-F2D2-FB8F-7170C9611109}"/>
          </ac:picMkLst>
        </pc:picChg>
      </pc:sldChg>
      <pc:sldMasterChg chg="modSp modSldLayout">
        <pc:chgData name="Alex Gao" userId="b1b0fac0-979e-4e0f-a4e0-417ee3c6b56d" providerId="ADAL" clId="{9AB7135C-F073-4D60-9018-79F8F8B2E6B2}" dt="2026-04-01T22:58:45.898" v="2"/>
        <pc:sldMasterMkLst>
          <pc:docMk/>
          <pc:sldMasterMk cId="903058230" sldId="2147483648"/>
        </pc:sldMasterMkLst>
        <pc:spChg chg="mod">
          <ac:chgData name="Alex Gao" userId="b1b0fac0-979e-4e0f-a4e0-417ee3c6b56d" providerId="ADAL" clId="{9AB7135C-F073-4D60-9018-79F8F8B2E6B2}" dt="2026-04-01T22:58:45.898" v="2"/>
          <ac:spMkLst>
            <pc:docMk/>
            <pc:sldMasterMk cId="903058230" sldId="2147483648"/>
            <ac:spMk id="2" creationId="{EA690E50-5205-9389-DB08-C6DF80EC3E32}"/>
          </ac:spMkLst>
        </pc:spChg>
        <pc:spChg chg="mod">
          <ac:chgData name="Alex Gao" userId="b1b0fac0-979e-4e0f-a4e0-417ee3c6b56d" providerId="ADAL" clId="{9AB7135C-F073-4D60-9018-79F8F8B2E6B2}" dt="2026-04-01T22:58:45.898" v="2"/>
          <ac:spMkLst>
            <pc:docMk/>
            <pc:sldMasterMk cId="903058230" sldId="2147483648"/>
            <ac:spMk id="3" creationId="{2D26A9D2-1211-39B1-BCB8-362B9FE1E9D3}"/>
          </ac:spMkLst>
        </pc:spChg>
        <pc:spChg chg="mod">
          <ac:chgData name="Alex Gao" userId="b1b0fac0-979e-4e0f-a4e0-417ee3c6b56d" providerId="ADAL" clId="{9AB7135C-F073-4D60-9018-79F8F8B2E6B2}" dt="2026-04-01T22:58:45.898" v="2"/>
          <ac:spMkLst>
            <pc:docMk/>
            <pc:sldMasterMk cId="903058230" sldId="2147483648"/>
            <ac:spMk id="4" creationId="{2323518C-AA98-580E-A2B6-873FEDD41D2E}"/>
          </ac:spMkLst>
        </pc:spChg>
        <pc:spChg chg="mod">
          <ac:chgData name="Alex Gao" userId="b1b0fac0-979e-4e0f-a4e0-417ee3c6b56d" providerId="ADAL" clId="{9AB7135C-F073-4D60-9018-79F8F8B2E6B2}" dt="2026-04-01T22:58:45.898" v="2"/>
          <ac:spMkLst>
            <pc:docMk/>
            <pc:sldMasterMk cId="903058230" sldId="2147483648"/>
            <ac:spMk id="5" creationId="{533D8224-4D1A-B721-E2F7-BA24A95A7F28}"/>
          </ac:spMkLst>
        </pc:spChg>
        <pc:spChg chg="mod">
          <ac:chgData name="Alex Gao" userId="b1b0fac0-979e-4e0f-a4e0-417ee3c6b56d" providerId="ADAL" clId="{9AB7135C-F073-4D60-9018-79F8F8B2E6B2}" dt="2026-04-01T22:58:45.898" v="2"/>
          <ac:spMkLst>
            <pc:docMk/>
            <pc:sldMasterMk cId="903058230" sldId="2147483648"/>
            <ac:spMk id="6" creationId="{893E4BC5-DD7E-1512-1D1B-46FE6DBFAF03}"/>
          </ac:spMkLst>
        </pc:spChg>
        <pc:sldLayoutChg chg="modSp">
          <pc:chgData name="Alex Gao" userId="b1b0fac0-979e-4e0f-a4e0-417ee3c6b56d" providerId="ADAL" clId="{9AB7135C-F073-4D60-9018-79F8F8B2E6B2}" dt="2026-04-01T22:58:45.898" v="2"/>
          <pc:sldLayoutMkLst>
            <pc:docMk/>
            <pc:sldMasterMk cId="903058230" sldId="2147483648"/>
            <pc:sldLayoutMk cId="5582132" sldId="2147483649"/>
          </pc:sldLayoutMkLst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5582132" sldId="2147483649"/>
              <ac:spMk id="2" creationId="{4D7B11C7-0355-7EB2-4645-14F7551ABD37}"/>
            </ac:spMkLst>
          </pc:spChg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5582132" sldId="2147483649"/>
              <ac:spMk id="3" creationId="{48619D52-6E37-9E40-C46B-1036D0CBFFC4}"/>
            </ac:spMkLst>
          </pc:spChg>
        </pc:sldLayoutChg>
        <pc:sldLayoutChg chg="modSp">
          <pc:chgData name="Alex Gao" userId="b1b0fac0-979e-4e0f-a4e0-417ee3c6b56d" providerId="ADAL" clId="{9AB7135C-F073-4D60-9018-79F8F8B2E6B2}" dt="2026-04-01T22:58:45.898" v="2"/>
          <pc:sldLayoutMkLst>
            <pc:docMk/>
            <pc:sldMasterMk cId="903058230" sldId="2147483648"/>
            <pc:sldLayoutMk cId="3043667309" sldId="2147483651"/>
          </pc:sldLayoutMkLst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3043667309" sldId="2147483651"/>
              <ac:spMk id="2" creationId="{0DB6FED2-8538-5D4B-12F3-329D1FA9B64D}"/>
            </ac:spMkLst>
          </pc:spChg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3043667309" sldId="2147483651"/>
              <ac:spMk id="3" creationId="{B7DB43B0-BE9F-616C-D689-2EF8FF98B1B2}"/>
            </ac:spMkLst>
          </pc:spChg>
        </pc:sldLayoutChg>
        <pc:sldLayoutChg chg="modSp">
          <pc:chgData name="Alex Gao" userId="b1b0fac0-979e-4e0f-a4e0-417ee3c6b56d" providerId="ADAL" clId="{9AB7135C-F073-4D60-9018-79F8F8B2E6B2}" dt="2026-04-01T22:58:45.898" v="2"/>
          <pc:sldLayoutMkLst>
            <pc:docMk/>
            <pc:sldMasterMk cId="903058230" sldId="2147483648"/>
            <pc:sldLayoutMk cId="3383695194" sldId="2147483652"/>
          </pc:sldLayoutMkLst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3383695194" sldId="2147483652"/>
              <ac:spMk id="3" creationId="{7BD62974-C699-4537-A0F3-CFFB5B2532A5}"/>
            </ac:spMkLst>
          </pc:spChg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3383695194" sldId="2147483652"/>
              <ac:spMk id="4" creationId="{4B59F557-9992-1D67-6D27-CD5A1E265ED0}"/>
            </ac:spMkLst>
          </pc:spChg>
        </pc:sldLayoutChg>
        <pc:sldLayoutChg chg="modSp">
          <pc:chgData name="Alex Gao" userId="b1b0fac0-979e-4e0f-a4e0-417ee3c6b56d" providerId="ADAL" clId="{9AB7135C-F073-4D60-9018-79F8F8B2E6B2}" dt="2026-04-01T22:58:45.898" v="2"/>
          <pc:sldLayoutMkLst>
            <pc:docMk/>
            <pc:sldMasterMk cId="903058230" sldId="2147483648"/>
            <pc:sldLayoutMk cId="1319804635" sldId="2147483653"/>
          </pc:sldLayoutMkLst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1319804635" sldId="2147483653"/>
              <ac:spMk id="2" creationId="{996617D6-3C85-96DC-EBC3-388CB6AE529E}"/>
            </ac:spMkLst>
          </pc:spChg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1319804635" sldId="2147483653"/>
              <ac:spMk id="3" creationId="{CE761D2E-651F-14B6-04E3-951EF7C68C00}"/>
            </ac:spMkLst>
          </pc:spChg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1319804635" sldId="2147483653"/>
              <ac:spMk id="4" creationId="{96B397D7-6E20-8245-10A0-0EB952704E94}"/>
            </ac:spMkLst>
          </pc:spChg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1319804635" sldId="2147483653"/>
              <ac:spMk id="5" creationId="{B97E83F2-3E5B-F503-2FB2-20E5263B44C1}"/>
            </ac:spMkLst>
          </pc:spChg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1319804635" sldId="2147483653"/>
              <ac:spMk id="6" creationId="{0FD2E293-2327-6B36-6D46-D0358BCE8CBF}"/>
            </ac:spMkLst>
          </pc:spChg>
        </pc:sldLayoutChg>
        <pc:sldLayoutChg chg="modSp">
          <pc:chgData name="Alex Gao" userId="b1b0fac0-979e-4e0f-a4e0-417ee3c6b56d" providerId="ADAL" clId="{9AB7135C-F073-4D60-9018-79F8F8B2E6B2}" dt="2026-04-01T22:58:45.898" v="2"/>
          <pc:sldLayoutMkLst>
            <pc:docMk/>
            <pc:sldMasterMk cId="903058230" sldId="2147483648"/>
            <pc:sldLayoutMk cId="1310803615" sldId="2147483656"/>
          </pc:sldLayoutMkLst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1310803615" sldId="2147483656"/>
              <ac:spMk id="2" creationId="{35CB72CC-B251-2821-5479-344C57EDC569}"/>
            </ac:spMkLst>
          </pc:spChg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1310803615" sldId="2147483656"/>
              <ac:spMk id="3" creationId="{DDAD6D06-1875-563C-FDCD-BE249508604A}"/>
            </ac:spMkLst>
          </pc:spChg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1310803615" sldId="2147483656"/>
              <ac:spMk id="4" creationId="{E5A56675-B0C9-1801-1377-C1545623BF70}"/>
            </ac:spMkLst>
          </pc:spChg>
        </pc:sldLayoutChg>
        <pc:sldLayoutChg chg="modSp">
          <pc:chgData name="Alex Gao" userId="b1b0fac0-979e-4e0f-a4e0-417ee3c6b56d" providerId="ADAL" clId="{9AB7135C-F073-4D60-9018-79F8F8B2E6B2}" dt="2026-04-01T22:58:45.898" v="2"/>
          <pc:sldLayoutMkLst>
            <pc:docMk/>
            <pc:sldMasterMk cId="903058230" sldId="2147483648"/>
            <pc:sldLayoutMk cId="3105272139" sldId="2147483657"/>
          </pc:sldLayoutMkLst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3105272139" sldId="2147483657"/>
              <ac:spMk id="2" creationId="{71D95D8B-B3C4-80E1-C72D-63AC8A30C42B}"/>
            </ac:spMkLst>
          </pc:spChg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3105272139" sldId="2147483657"/>
              <ac:spMk id="3" creationId="{DD8EB7D9-90B8-FF3F-B9BE-60ED1C735AF7}"/>
            </ac:spMkLst>
          </pc:spChg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3105272139" sldId="2147483657"/>
              <ac:spMk id="4" creationId="{AFD67E91-AAC7-3181-6DEA-1000275B6655}"/>
            </ac:spMkLst>
          </pc:spChg>
        </pc:sldLayoutChg>
        <pc:sldLayoutChg chg="modSp">
          <pc:chgData name="Alex Gao" userId="b1b0fac0-979e-4e0f-a4e0-417ee3c6b56d" providerId="ADAL" clId="{9AB7135C-F073-4D60-9018-79F8F8B2E6B2}" dt="2026-04-01T22:58:45.898" v="2"/>
          <pc:sldLayoutMkLst>
            <pc:docMk/>
            <pc:sldMasterMk cId="903058230" sldId="2147483648"/>
            <pc:sldLayoutMk cId="2836672440" sldId="2147483659"/>
          </pc:sldLayoutMkLst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2836672440" sldId="2147483659"/>
              <ac:spMk id="2" creationId="{9A61EAA8-E33A-2E5A-E11C-731480403957}"/>
            </ac:spMkLst>
          </pc:spChg>
          <pc:spChg chg="mod">
            <ac:chgData name="Alex Gao" userId="b1b0fac0-979e-4e0f-a4e0-417ee3c6b56d" providerId="ADAL" clId="{9AB7135C-F073-4D60-9018-79F8F8B2E6B2}" dt="2026-04-01T22:58:45.898" v="2"/>
            <ac:spMkLst>
              <pc:docMk/>
              <pc:sldMasterMk cId="903058230" sldId="2147483648"/>
              <pc:sldLayoutMk cId="2836672440" sldId="2147483659"/>
              <ac:spMk id="3" creationId="{2307653C-F822-B034-D65F-99B7F8E21AA6}"/>
            </ac:spMkLst>
          </pc:spChg>
        </pc:sldLayoutChg>
      </pc:sldMasterChg>
    </pc:docChg>
  </pc:docChgLst>
  <pc:docChgLst>
    <pc:chgData name="Alex Gao" userId="b1b0fac0-979e-4e0f-a4e0-417ee3c6b56d" providerId="ADAL" clId="{1EA0E42A-01FF-4C9E-80C7-25DDE3FC63E5}"/>
    <pc:docChg chg="undo custSel modSld">
      <pc:chgData name="Alex Gao" userId="b1b0fac0-979e-4e0f-a4e0-417ee3c6b56d" providerId="ADAL" clId="{1EA0E42A-01FF-4C9E-80C7-25DDE3FC63E5}" dt="2026-04-02T17:45:05.424" v="83" actId="1076"/>
      <pc:docMkLst>
        <pc:docMk/>
      </pc:docMkLst>
      <pc:sldChg chg="addSp modSp mod">
        <pc:chgData name="Alex Gao" userId="b1b0fac0-979e-4e0f-a4e0-417ee3c6b56d" providerId="ADAL" clId="{1EA0E42A-01FF-4C9E-80C7-25DDE3FC63E5}" dt="2026-04-02T17:43:13.248" v="49" actId="1035"/>
        <pc:sldMkLst>
          <pc:docMk/>
          <pc:sldMk cId="2845633901" sldId="256"/>
        </pc:sldMkLst>
        <pc:spChg chg="add mod">
          <ac:chgData name="Alex Gao" userId="b1b0fac0-979e-4e0f-a4e0-417ee3c6b56d" providerId="ADAL" clId="{1EA0E42A-01FF-4C9E-80C7-25DDE3FC63E5}" dt="2026-04-02T17:43:13.248" v="49" actId="1035"/>
          <ac:spMkLst>
            <pc:docMk/>
            <pc:sldMk cId="2845633901" sldId="256"/>
            <ac:spMk id="4" creationId="{F70C1678-9956-055E-E49D-CAA75966393C}"/>
          </ac:spMkLst>
        </pc:spChg>
        <pc:spChg chg="mod">
          <ac:chgData name="Alex Gao" userId="b1b0fac0-979e-4e0f-a4e0-417ee3c6b56d" providerId="ADAL" clId="{1EA0E42A-01FF-4C9E-80C7-25DDE3FC63E5}" dt="2026-04-02T17:43:13.248" v="49" actId="1035"/>
          <ac:spMkLst>
            <pc:docMk/>
            <pc:sldMk cId="2845633901" sldId="256"/>
            <ac:spMk id="10" creationId="{B079AA3C-6ED4-BE86-C960-B14E456F424F}"/>
          </ac:spMkLst>
        </pc:spChg>
        <pc:spChg chg="mod">
          <ac:chgData name="Alex Gao" userId="b1b0fac0-979e-4e0f-a4e0-417ee3c6b56d" providerId="ADAL" clId="{1EA0E42A-01FF-4C9E-80C7-25DDE3FC63E5}" dt="2026-04-02T17:43:13.248" v="49" actId="1035"/>
          <ac:spMkLst>
            <pc:docMk/>
            <pc:sldMk cId="2845633901" sldId="256"/>
            <ac:spMk id="11" creationId="{A1E36163-0975-B777-9364-AD4D14D9926A}"/>
          </ac:spMkLst>
        </pc:spChg>
        <pc:picChg chg="add mod">
          <ac:chgData name="Alex Gao" userId="b1b0fac0-979e-4e0f-a4e0-417ee3c6b56d" providerId="ADAL" clId="{1EA0E42A-01FF-4C9E-80C7-25DDE3FC63E5}" dt="2026-04-02T17:43:13.248" v="49" actId="1035"/>
          <ac:picMkLst>
            <pc:docMk/>
            <pc:sldMk cId="2845633901" sldId="256"/>
            <ac:picMk id="3" creationId="{1E80B268-8F7F-C4A3-A92B-6B45A94AFAB0}"/>
          </ac:picMkLst>
        </pc:picChg>
        <pc:picChg chg="mod">
          <ac:chgData name="Alex Gao" userId="b1b0fac0-979e-4e0f-a4e0-417ee3c6b56d" providerId="ADAL" clId="{1EA0E42A-01FF-4C9E-80C7-25DDE3FC63E5}" dt="2026-04-02T17:43:13.248" v="49" actId="1035"/>
          <ac:picMkLst>
            <pc:docMk/>
            <pc:sldMk cId="2845633901" sldId="256"/>
            <ac:picMk id="7" creationId="{C0BEBFA9-6572-28CB-0E96-13AD00F1BDC8}"/>
          </ac:picMkLst>
        </pc:picChg>
        <pc:picChg chg="mod">
          <ac:chgData name="Alex Gao" userId="b1b0fac0-979e-4e0f-a4e0-417ee3c6b56d" providerId="ADAL" clId="{1EA0E42A-01FF-4C9E-80C7-25DDE3FC63E5}" dt="2026-04-02T17:43:13.248" v="49" actId="1035"/>
          <ac:picMkLst>
            <pc:docMk/>
            <pc:sldMk cId="2845633901" sldId="256"/>
            <ac:picMk id="9" creationId="{2A43AF8A-5B41-5D2C-8FD9-81527EE63D79}"/>
          </ac:picMkLst>
        </pc:picChg>
      </pc:sldChg>
      <pc:sldChg chg="addSp modSp mod">
        <pc:chgData name="Alex Gao" userId="b1b0fac0-979e-4e0f-a4e0-417ee3c6b56d" providerId="ADAL" clId="{1EA0E42A-01FF-4C9E-80C7-25DDE3FC63E5}" dt="2026-04-02T17:44:16.985" v="71" actId="1076"/>
        <pc:sldMkLst>
          <pc:docMk/>
          <pc:sldMk cId="1186093356" sldId="258"/>
        </pc:sldMkLst>
        <pc:spChg chg="mod">
          <ac:chgData name="Alex Gao" userId="b1b0fac0-979e-4e0f-a4e0-417ee3c6b56d" providerId="ADAL" clId="{1EA0E42A-01FF-4C9E-80C7-25DDE3FC63E5}" dt="2026-04-02T17:43:25.989" v="51" actId="1076"/>
          <ac:spMkLst>
            <pc:docMk/>
            <pc:sldMk cId="1186093356" sldId="258"/>
            <ac:spMk id="6" creationId="{4D2BD246-8B1F-B677-850B-18A3F62DB65F}"/>
          </ac:spMkLst>
        </pc:spChg>
        <pc:spChg chg="add mod">
          <ac:chgData name="Alex Gao" userId="b1b0fac0-979e-4e0f-a4e0-417ee3c6b56d" providerId="ADAL" clId="{1EA0E42A-01FF-4C9E-80C7-25DDE3FC63E5}" dt="2026-04-02T17:44:13.574" v="70" actId="1076"/>
          <ac:spMkLst>
            <pc:docMk/>
            <pc:sldMk cId="1186093356" sldId="258"/>
            <ac:spMk id="7" creationId="{726ADC54-1654-F6DC-32D2-71F9F6E13811}"/>
          </ac:spMkLst>
        </pc:spChg>
        <pc:spChg chg="mod">
          <ac:chgData name="Alex Gao" userId="b1b0fac0-979e-4e0f-a4e0-417ee3c6b56d" providerId="ADAL" clId="{1EA0E42A-01FF-4C9E-80C7-25DDE3FC63E5}" dt="2026-04-02T17:44:16.985" v="71" actId="1076"/>
          <ac:spMkLst>
            <pc:docMk/>
            <pc:sldMk cId="1186093356" sldId="258"/>
            <ac:spMk id="8" creationId="{78CDAC45-173D-36A4-F303-37A5532A8716}"/>
          </ac:spMkLst>
        </pc:spChg>
        <pc:picChg chg="mod">
          <ac:chgData name="Alex Gao" userId="b1b0fac0-979e-4e0f-a4e0-417ee3c6b56d" providerId="ADAL" clId="{1EA0E42A-01FF-4C9E-80C7-25DDE3FC63E5}" dt="2026-04-02T17:44:16.985" v="71" actId="1076"/>
          <ac:picMkLst>
            <pc:docMk/>
            <pc:sldMk cId="1186093356" sldId="258"/>
            <ac:picMk id="3" creationId="{D996A562-E2AC-0AFD-20BA-C62695295445}"/>
          </ac:picMkLst>
        </pc:picChg>
        <pc:picChg chg="add mod">
          <ac:chgData name="Alex Gao" userId="b1b0fac0-979e-4e0f-a4e0-417ee3c6b56d" providerId="ADAL" clId="{1EA0E42A-01FF-4C9E-80C7-25DDE3FC63E5}" dt="2026-04-02T17:44:13.574" v="70" actId="1076"/>
          <ac:picMkLst>
            <pc:docMk/>
            <pc:sldMk cId="1186093356" sldId="258"/>
            <ac:picMk id="4" creationId="{41C26A1A-2672-4C06-8065-4BE5727585B3}"/>
          </ac:picMkLst>
        </pc:picChg>
        <pc:picChg chg="mod">
          <ac:chgData name="Alex Gao" userId="b1b0fac0-979e-4e0f-a4e0-417ee3c6b56d" providerId="ADAL" clId="{1EA0E42A-01FF-4C9E-80C7-25DDE3FC63E5}" dt="2026-04-02T17:43:25.989" v="51" actId="1076"/>
          <ac:picMkLst>
            <pc:docMk/>
            <pc:sldMk cId="1186093356" sldId="258"/>
            <ac:picMk id="5" creationId="{A485F024-0DBE-AE8D-03C7-EE2950515906}"/>
          </ac:picMkLst>
        </pc:picChg>
      </pc:sldChg>
      <pc:sldChg chg="addSp modSp mod">
        <pc:chgData name="Alex Gao" userId="b1b0fac0-979e-4e0f-a4e0-417ee3c6b56d" providerId="ADAL" clId="{1EA0E42A-01FF-4C9E-80C7-25DDE3FC63E5}" dt="2026-04-02T17:45:05.424" v="83" actId="1076"/>
        <pc:sldMkLst>
          <pc:docMk/>
          <pc:sldMk cId="473186189" sldId="259"/>
        </pc:sldMkLst>
        <pc:spChg chg="add mod">
          <ac:chgData name="Alex Gao" userId="b1b0fac0-979e-4e0f-a4e0-417ee3c6b56d" providerId="ADAL" clId="{1EA0E42A-01FF-4C9E-80C7-25DDE3FC63E5}" dt="2026-04-02T17:45:00.329" v="82" actId="1076"/>
          <ac:spMkLst>
            <pc:docMk/>
            <pc:sldMk cId="473186189" sldId="259"/>
            <ac:spMk id="5" creationId="{456A7C49-0520-1562-3F4B-417D7A8B702A}"/>
          </ac:spMkLst>
        </pc:spChg>
        <pc:spChg chg="mod">
          <ac:chgData name="Alex Gao" userId="b1b0fac0-979e-4e0f-a4e0-417ee3c6b56d" providerId="ADAL" clId="{1EA0E42A-01FF-4C9E-80C7-25DDE3FC63E5}" dt="2026-04-02T17:45:05.424" v="83" actId="1076"/>
          <ac:spMkLst>
            <pc:docMk/>
            <pc:sldMk cId="473186189" sldId="259"/>
            <ac:spMk id="10" creationId="{DEAC063E-2D43-46C3-133E-D52B4D899B19}"/>
          </ac:spMkLst>
        </pc:spChg>
        <pc:spChg chg="mod">
          <ac:chgData name="Alex Gao" userId="b1b0fac0-979e-4e0f-a4e0-417ee3c6b56d" providerId="ADAL" clId="{1EA0E42A-01FF-4C9E-80C7-25DDE3FC63E5}" dt="2026-04-02T17:44:27.384" v="72" actId="1076"/>
          <ac:spMkLst>
            <pc:docMk/>
            <pc:sldMk cId="473186189" sldId="259"/>
            <ac:spMk id="11" creationId="{EB6FBA55-0DCA-7FBF-D4E1-3BC302E7E5AE}"/>
          </ac:spMkLst>
        </pc:spChg>
        <pc:picChg chg="add mod">
          <ac:chgData name="Alex Gao" userId="b1b0fac0-979e-4e0f-a4e0-417ee3c6b56d" providerId="ADAL" clId="{1EA0E42A-01FF-4C9E-80C7-25DDE3FC63E5}" dt="2026-04-02T17:44:51.724" v="78" actId="1076"/>
          <ac:picMkLst>
            <pc:docMk/>
            <pc:sldMk cId="473186189" sldId="259"/>
            <ac:picMk id="3" creationId="{7C21991E-D3E2-B2EF-0073-7786C38BB0B4}"/>
          </ac:picMkLst>
        </pc:picChg>
        <pc:picChg chg="mod">
          <ac:chgData name="Alex Gao" userId="b1b0fac0-979e-4e0f-a4e0-417ee3c6b56d" providerId="ADAL" clId="{1EA0E42A-01FF-4C9E-80C7-25DDE3FC63E5}" dt="2026-04-02T17:45:05.424" v="83" actId="1076"/>
          <ac:picMkLst>
            <pc:docMk/>
            <pc:sldMk cId="473186189" sldId="259"/>
            <ac:picMk id="4" creationId="{F0A9D3FA-6007-D15C-53E0-0424DC63AB7D}"/>
          </ac:picMkLst>
        </pc:picChg>
        <pc:picChg chg="mod">
          <ac:chgData name="Alex Gao" userId="b1b0fac0-979e-4e0f-a4e0-417ee3c6b56d" providerId="ADAL" clId="{1EA0E42A-01FF-4C9E-80C7-25DDE3FC63E5}" dt="2026-04-02T17:44:27.384" v="72" actId="1076"/>
          <ac:picMkLst>
            <pc:docMk/>
            <pc:sldMk cId="473186189" sldId="259"/>
            <ac:picMk id="8" creationId="{DB6B34B3-D378-4EE4-B5DB-6FDCF765D3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A0EC-C270-4839-8855-F2BD7760E488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82806-B60E-4BE4-A22A-FC567B35F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3295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A0EC-C270-4839-8855-F2BD7760E488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82806-B60E-4BE4-A22A-FC567B35F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5218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A0EC-C270-4839-8855-F2BD7760E488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82806-B60E-4BE4-A22A-FC567B35F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0288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A0EC-C270-4839-8855-F2BD7760E488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82806-B60E-4BE4-A22A-FC567B35F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2011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A0EC-C270-4839-8855-F2BD7760E488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82806-B60E-4BE4-A22A-FC567B35F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611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A0EC-C270-4839-8855-F2BD7760E488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82806-B60E-4BE4-A22A-FC567B35F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4060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A0EC-C270-4839-8855-F2BD7760E488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82806-B60E-4BE4-A22A-FC567B35F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016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A0EC-C270-4839-8855-F2BD7760E488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82806-B60E-4BE4-A22A-FC567B35F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1077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A0EC-C270-4839-8855-F2BD7760E488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82806-B60E-4BE4-A22A-FC567B35F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8754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A0EC-C270-4839-8855-F2BD7760E488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82806-B60E-4BE4-A22A-FC567B35F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517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A0EC-C270-4839-8855-F2BD7760E488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82806-B60E-4BE4-A22A-FC567B35F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139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CA0EC-C270-4839-8855-F2BD7760E488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82806-B60E-4BE4-A22A-FC567B35FD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83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BEBFA9-6572-28CB-0E96-13AD00F1B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216" y="390599"/>
            <a:ext cx="4545157" cy="3030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43AF8A-5B41-5D2C-8FD9-81527EE63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776" y="3760475"/>
            <a:ext cx="4545157" cy="30301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79AA3C-6ED4-BE86-C960-B14E456F424F}"/>
              </a:ext>
            </a:extLst>
          </p:cNvPr>
          <p:cNvSpPr txBox="1"/>
          <p:nvPr/>
        </p:nvSpPr>
        <p:spPr>
          <a:xfrm>
            <a:off x="3181438" y="21266"/>
            <a:ext cx="264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log2fold and FDR thresholds: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36163-0975-B777-9364-AD4D14D9926A}"/>
              </a:ext>
            </a:extLst>
          </p:cNvPr>
          <p:cNvSpPr txBox="1"/>
          <p:nvPr/>
        </p:nvSpPr>
        <p:spPr>
          <a:xfrm>
            <a:off x="5714592" y="3391143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FDR threshold only: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0B268-8F7F-C4A3-A92B-6B45A94AFA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15" y="3790037"/>
            <a:ext cx="4545158" cy="30301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0C1678-9956-055E-E49D-CAA75966393C}"/>
              </a:ext>
            </a:extLst>
          </p:cNvPr>
          <p:cNvSpPr txBox="1"/>
          <p:nvPr/>
        </p:nvSpPr>
        <p:spPr>
          <a:xfrm>
            <a:off x="1399832" y="3420705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log2fold threshold only:</a:t>
            </a:r>
          </a:p>
        </p:txBody>
      </p:sp>
    </p:spTree>
    <p:extLst>
      <p:ext uri="{BB962C8B-B14F-4D97-AF65-F5344CB8AC3E}">
        <p14:creationId xmlns:p14="http://schemas.microsoft.com/office/powerpoint/2010/main" val="2845633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AEB91-BAA3-366A-EA5B-23CCC141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96A562-E2AC-0AFD-20BA-C62695295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158" y="3739208"/>
            <a:ext cx="4545159" cy="3030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85F024-0DBE-AE8D-03C7-EE2950515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596" y="369332"/>
            <a:ext cx="4545159" cy="3030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2BD246-8B1F-B677-850B-18A3F62DB65F}"/>
              </a:ext>
            </a:extLst>
          </p:cNvPr>
          <p:cNvSpPr txBox="1"/>
          <p:nvPr/>
        </p:nvSpPr>
        <p:spPr>
          <a:xfrm>
            <a:off x="3055490" y="0"/>
            <a:ext cx="264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log2fold and FDR thresholds: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CDAC45-173D-36A4-F303-37A5532A8716}"/>
              </a:ext>
            </a:extLst>
          </p:cNvPr>
          <p:cNvSpPr txBox="1"/>
          <p:nvPr/>
        </p:nvSpPr>
        <p:spPr>
          <a:xfrm>
            <a:off x="5895196" y="3369876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FDR threshold only: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C26A1A-2672-4C06-8065-4BE5727585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8770"/>
            <a:ext cx="4545159" cy="30301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6ADC54-1654-F6DC-32D2-71F9F6E13811}"/>
              </a:ext>
            </a:extLst>
          </p:cNvPr>
          <p:cNvSpPr txBox="1"/>
          <p:nvPr/>
        </p:nvSpPr>
        <p:spPr>
          <a:xfrm>
            <a:off x="1204017" y="3429000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log2fold threshold only:</a:t>
            </a:r>
          </a:p>
        </p:txBody>
      </p:sp>
    </p:spTree>
    <p:extLst>
      <p:ext uri="{BB962C8B-B14F-4D97-AF65-F5344CB8AC3E}">
        <p14:creationId xmlns:p14="http://schemas.microsoft.com/office/powerpoint/2010/main" val="118609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0EB8D-DEE0-D02A-64E2-7BAF4354C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A9D3FA-6007-D15C-53E0-0424DC63A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749" y="428456"/>
            <a:ext cx="4545159" cy="30301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6B34B3-D378-4EE4-B5DB-6FDCF765D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843" y="3827894"/>
            <a:ext cx="4545159" cy="30301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AC063E-2D43-46C3-133E-D52B4D899B19}"/>
              </a:ext>
            </a:extLst>
          </p:cNvPr>
          <p:cNvSpPr txBox="1"/>
          <p:nvPr/>
        </p:nvSpPr>
        <p:spPr>
          <a:xfrm>
            <a:off x="2919834" y="59124"/>
            <a:ext cx="264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log2fold and FDR thresholds: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6FBA55-0DCA-7FBF-D4E1-3BC302E7E5AE}"/>
              </a:ext>
            </a:extLst>
          </p:cNvPr>
          <p:cNvSpPr txBox="1"/>
          <p:nvPr/>
        </p:nvSpPr>
        <p:spPr>
          <a:xfrm>
            <a:off x="5715263" y="3458562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FDR threshold only: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21991E-D3E2-B2EF-0073-7786C38BB0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4" y="3827894"/>
            <a:ext cx="4545159" cy="30301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6A7C49-0520-1562-3F4B-417D7A8B702A}"/>
              </a:ext>
            </a:extLst>
          </p:cNvPr>
          <p:cNvSpPr txBox="1"/>
          <p:nvPr/>
        </p:nvSpPr>
        <p:spPr>
          <a:xfrm>
            <a:off x="1257701" y="3474511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  <a:highlight>
                  <a:srgbClr val="FFFF00"/>
                </a:highlight>
                <a:latin typeface="Arial Narrow" panose="020B0606020202030204" pitchFamily="34" charset="0"/>
              </a:rPr>
              <a:t>log2fold threshold only:</a:t>
            </a:r>
          </a:p>
        </p:txBody>
      </p:sp>
    </p:spTree>
    <p:extLst>
      <p:ext uri="{BB962C8B-B14F-4D97-AF65-F5344CB8AC3E}">
        <p14:creationId xmlns:p14="http://schemas.microsoft.com/office/powerpoint/2010/main" val="473186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39</Words>
  <Application>Microsoft Office PowerPoint</Application>
  <PresentationFormat>On-screen Show 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Arial Narrow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Gao</dc:creator>
  <cp:lastModifiedBy>Alex Gao</cp:lastModifiedBy>
  <cp:revision>1</cp:revision>
  <dcterms:created xsi:type="dcterms:W3CDTF">2026-04-01T22:58:31Z</dcterms:created>
  <dcterms:modified xsi:type="dcterms:W3CDTF">2026-04-02T17:45:05Z</dcterms:modified>
</cp:coreProperties>
</file>